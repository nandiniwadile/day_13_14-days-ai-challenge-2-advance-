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4" r:id="rId5"/>
    <p:sldId id="267" r:id="rId6"/>
    <p:sldId id="268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4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DB8B8-87BE-1404-2F95-0264DC0C4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F03FB-72EA-656E-A50C-9AD37367E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C206-2269-CE13-1274-0294FF3C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537EF-5D10-4E33-B11C-B0C25F7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D30D5-4211-08B2-4730-FB7C7FD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4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41E3-AE12-BBA6-FF23-9527BF8C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A0C1-9B83-C01C-AE43-A8AE658FC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8EAD-AD1E-10AF-EBAA-E8E98923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47E3-287F-97B0-07EA-D242D97B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E82C4-A937-27AF-97BE-13B5DB7E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6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0024-6412-4F88-5E89-1AA22B2B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ACA4-1627-39F4-FFB4-F5C7111E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493A6-97A1-342F-846B-8AD6F149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91941-8C46-1F9C-D992-125129A8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E733-FDCC-0CB5-CFAE-064FCBAC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25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60BD-E6CA-AD56-9D57-98C8DCC2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421A-C335-5FB0-9248-F904044D6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7862B-238A-75A8-5F2B-5A8001AD7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DF42B-6161-598F-ADC4-CBB547F4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66C73-AE4B-7205-1CBF-6ED67141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7F102-E101-9B0F-FD00-749A676D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0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5505-9E3E-96AF-9BF5-E864F000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EF2FB-9A07-DC0A-0F39-7BBF40A88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B88E0-0171-AA04-02C6-0B93285C1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0DE9-1396-4EC6-E79E-C07C40B51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428A1-93AF-281D-ADE0-764D9C033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105EE-E508-F384-2810-18241042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0E5CF-A61D-C538-C73D-7B4AF209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9C7BB-77DF-A260-17C2-AA5F68F7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11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6AEF-F0F8-716F-6971-0B221CDC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19FFF-14A9-2D8B-0803-80A68DE2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B5CC1-0B4E-6FE0-5468-2F332EC5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9FF98-F8D5-A8DF-4BB2-D6E0ACB9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5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482D2-4EF5-B948-05EB-529A8409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92323-9142-B97E-14D4-23AA5609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6F366-7694-3FA6-53E0-6718CE64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2BF5-83F6-BCFC-DD61-B4CAE86E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E968-D901-E6CD-22FF-3CE6CF3AB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26B-7F14-AB95-3CF3-00D5A1424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B9816-619A-34AC-6967-132746F1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B31A-D19E-07F4-BDA1-C35934E3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E5FBB-88D4-90C2-5E65-38729A6F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7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2D1B-2DA6-4783-5915-87B24824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5BAE9-BD8A-E7DE-CA4B-6C0BA2E46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515F7-8546-7BC3-DDAC-46CFC4921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F6B07-236C-D96A-047C-B7D58598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543AA-AC18-31EE-784D-25B140FB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C6A78-3265-87C6-E510-55D8BD6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0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AE12-0CB0-47DD-AA1E-CDF4E8F4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DC6D4-26EB-6FA1-962C-B0B3A7C32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3F468-FDB7-F451-235C-4211A6FB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24FC-F57C-89FE-03CE-3CB7A911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4326-5BAA-F550-BA99-BD3B8BA3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92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8F5F7-06B2-8026-6864-110908A7C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00167-B626-0110-92A2-3F1B5C8EB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8F67-9E0E-E290-7509-DC4A7B66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E236-D4F7-7757-64E5-96E8D084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3CB3-C23F-04F4-C3F0-84EFCAD0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05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D5B8D-EF98-C8D6-88AB-C1B1B634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95ABB-D0E9-F831-A01A-ED08F8645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A804-4185-F9CE-9AD2-3C71D89FD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45F1F-FEB9-C9BC-129A-9BF85E949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DE98B-9EEB-6B5D-9774-A5BF17C0D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1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9C11-9B16-594E-5E0C-2BF8BC28A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0436" y="411634"/>
            <a:ext cx="6841564" cy="174084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+mn-lt"/>
              </a:rPr>
              <a:t>DAY 13 –  End-To-End Architecture Desing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FFD3-ECED-C3E0-0560-A7E0ED803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9218" y="2187834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14 Days AI Challenge – 2 (Advance)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D740C-4C73-E249-56E0-C1C07932EEA5}"/>
              </a:ext>
            </a:extLst>
          </p:cNvPr>
          <p:cNvSpPr txBox="1"/>
          <p:nvPr/>
        </p:nvSpPr>
        <p:spPr>
          <a:xfrm>
            <a:off x="6234165" y="2646383"/>
            <a:ext cx="6537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Notebook file : </a:t>
            </a:r>
            <a:r>
              <a:rPr lang="en-US" b="1" dirty="0">
                <a:solidFill>
                  <a:schemeClr val="accent5"/>
                </a:solidFill>
              </a:rPr>
              <a:t>https://github.com/Nandiniwadile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82017-9127-9A20-5B0E-1753C9F7655A}"/>
              </a:ext>
            </a:extLst>
          </p:cNvPr>
          <p:cNvSpPr txBox="1"/>
          <p:nvPr/>
        </p:nvSpPr>
        <p:spPr>
          <a:xfrm>
            <a:off x="6234165" y="3203766"/>
            <a:ext cx="66534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Learn: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 flow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Broze -&gt; Silver -&gt; Gold</a:t>
            </a:r>
          </a:p>
          <a:p>
            <a:pPr marL="285750" indent="-285750">
              <a:buFontTx/>
              <a:buChar char="-"/>
            </a:pPr>
            <a:r>
              <a:rPr lang="en-US" dirty="0"/>
              <a:t>ML lifecycle integration</a:t>
            </a:r>
          </a:p>
          <a:p>
            <a:r>
              <a:rPr lang="en-US" b="1" dirty="0"/>
              <a:t>Tasks: </a:t>
            </a:r>
          </a:p>
          <a:p>
            <a:pPr marL="342900" indent="-342900">
              <a:buAutoNum type="arabicPeriod"/>
            </a:pPr>
            <a:r>
              <a:rPr lang="en-IN" dirty="0"/>
              <a:t>Draw Architecture Diagram</a:t>
            </a:r>
          </a:p>
          <a:p>
            <a:pPr marL="342900" indent="-342900">
              <a:buAutoNum type="arabicPeriod"/>
            </a:pPr>
            <a:r>
              <a:rPr lang="en-IN" dirty="0"/>
              <a:t>Document Pipeline Flow</a:t>
            </a:r>
          </a:p>
          <a:p>
            <a:pPr marL="342900" indent="-342900">
              <a:buAutoNum type="arabicPeriod"/>
            </a:pPr>
            <a:r>
              <a:rPr lang="en-IN" dirty="0"/>
              <a:t>Define Retraining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350AE-1ECC-0FDC-01D4-17650EFA4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4" y="140441"/>
            <a:ext cx="5131042" cy="658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1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A9C9A-6154-332B-7B5D-15B6B70BD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761"/>
            <a:ext cx="12290612" cy="56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6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10CD4D-1D56-7BB2-29A4-3E61D11CA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276B9C-03C9-F41C-BCAF-422D2DFDA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27" y="829236"/>
            <a:ext cx="9043146" cy="6028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0027E0-FF76-3C5C-2E12-FDD410E1A32E}"/>
              </a:ext>
            </a:extLst>
          </p:cNvPr>
          <p:cNvSpPr txBox="1"/>
          <p:nvPr/>
        </p:nvSpPr>
        <p:spPr>
          <a:xfrm>
            <a:off x="3528753" y="121350"/>
            <a:ext cx="60932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b="1" i="0" dirty="0">
                <a:solidFill>
                  <a:srgbClr val="F0F6FC"/>
                </a:solidFill>
                <a:effectLst/>
                <a:latin typeface="-apple-system"/>
              </a:rPr>
              <a:t> </a:t>
            </a:r>
            <a:r>
              <a:rPr lang="en-IN" sz="4000" b="1" i="0" dirty="0">
                <a:effectLst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365703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AC07ED-B2B0-586D-E9BB-0B1A22AEE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33" y="1646298"/>
            <a:ext cx="11698333" cy="4496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467883-0C12-6E3C-A1AD-7F4A3F483004}"/>
              </a:ext>
            </a:extLst>
          </p:cNvPr>
          <p:cNvSpPr txBox="1"/>
          <p:nvPr/>
        </p:nvSpPr>
        <p:spPr>
          <a:xfrm>
            <a:off x="369916" y="937553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2. Pipeline Flow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27640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2F69B-F566-E11E-458E-4D33596D1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707" y="717519"/>
            <a:ext cx="8408586" cy="6140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6EEE75-592A-4759-556E-352710626EB9}"/>
              </a:ext>
            </a:extLst>
          </p:cNvPr>
          <p:cNvSpPr txBox="1"/>
          <p:nvPr/>
        </p:nvSpPr>
        <p:spPr>
          <a:xfrm>
            <a:off x="4207065" y="194299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3. Retraining Strategy</a:t>
            </a:r>
          </a:p>
        </p:txBody>
      </p:sp>
    </p:spTree>
    <p:extLst>
      <p:ext uri="{BB962C8B-B14F-4D97-AF65-F5344CB8AC3E}">
        <p14:creationId xmlns:p14="http://schemas.microsoft.com/office/powerpoint/2010/main" val="200471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B85A3-055A-2A46-0124-0EE176B89124}"/>
              </a:ext>
            </a:extLst>
          </p:cNvPr>
          <p:cNvSpPr txBox="1"/>
          <p:nvPr/>
        </p:nvSpPr>
        <p:spPr>
          <a:xfrm>
            <a:off x="791095" y="1350151"/>
            <a:ext cx="610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Conclusion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63794-109B-7F0D-7777-BEFCE72CEDB3}"/>
              </a:ext>
            </a:extLst>
          </p:cNvPr>
          <p:cNvSpPr txBox="1"/>
          <p:nvPr/>
        </p:nvSpPr>
        <p:spPr>
          <a:xfrm>
            <a:off x="1606434" y="1996482"/>
            <a:ext cx="993163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2400" b="0" i="0" dirty="0">
                <a:effectLst/>
              </a:rPr>
              <a:t>Day 13 helped me understand that building a machine learning model is only one part of the journey — designing a scalable, structured, and production-ready architecture is what truly makes a solution industry-ready.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2400" b="0" i="0" dirty="0">
                <a:effectLst/>
              </a:rPr>
              <a:t>From data ingestion to monitoring and retraining, this task strengthened my understanding of the complete ML lifecycle and system design thinking.</a:t>
            </a:r>
          </a:p>
          <a:p>
            <a:pPr algn="l">
              <a:buNone/>
            </a:pPr>
            <a:r>
              <a:rPr lang="en-US" sz="2400" b="0" i="0" dirty="0">
                <a:effectLst/>
              </a:rPr>
              <a:t>Excited to keep building and learning beyond just model accuracy. </a:t>
            </a:r>
          </a:p>
        </p:txBody>
      </p:sp>
    </p:spTree>
    <p:extLst>
      <p:ext uri="{BB962C8B-B14F-4D97-AF65-F5344CB8AC3E}">
        <p14:creationId xmlns:p14="http://schemas.microsoft.com/office/powerpoint/2010/main" val="24361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134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Office Theme</vt:lpstr>
      <vt:lpstr>DAY 13 –  End-To-End Architecture Desing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Wadile</dc:creator>
  <cp:lastModifiedBy>Nandini Wadile</cp:lastModifiedBy>
  <cp:revision>55</cp:revision>
  <dcterms:created xsi:type="dcterms:W3CDTF">2026-02-22T10:29:31Z</dcterms:created>
  <dcterms:modified xsi:type="dcterms:W3CDTF">2026-03-04T06:05:06Z</dcterms:modified>
</cp:coreProperties>
</file>